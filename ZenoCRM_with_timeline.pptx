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48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3200400" cy="3200400"/>
          </a:xfrm>
          <a:prstGeom prst="ellipse">
            <a:avLst/>
          </a:prstGeom>
          <a:solidFill>
            <a:srgbClr val="3B82F6">
              <a:alpha val="32000"/>
            </a:srgbClr>
          </a:solidFill>
          <a:ln w="12700">
            <a:solidFill>
              <a:srgbClr val="3B82F6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3C5FD"/>
                </a:solidFill>
              </a:rPr>
              <a:t>UI/UX DESIGN DOCUMENT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86868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 CRM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384048" y="217627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93C5FD"/>
                </a:solidFill>
              </a:rPr>
              <a:t>Customer Relationship Management Platform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84048" y="2697480"/>
            <a:ext cx="34747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SRS  ·  User Stories  ·  Live UI Walkthrough  ·  Future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4160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Sumit B.  ·  Sagar B.  ·  Prit T.  ·  Devendrasinh 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February 21,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4206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1645920"/>
            <a:ext cx="5486400" cy="5486400"/>
          </a:xfrm>
          <a:prstGeom prst="ellipse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ZENO CRM?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</a:rPr>
              <a:t>Zeno CRM is a cloud-based Customer Relationship Management platform that unifies customer data, streamlines sales workflows, and gives teams real-time visibility across the full sales cycle.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Modules Covered: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240280" cy="457200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194560"/>
            <a:ext cx="5029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194560"/>
            <a:ext cx="2240280" cy="45720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2194560"/>
            <a:ext cx="5029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648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2240280" cy="45720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34640"/>
            <a:ext cx="5029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88920" y="2834640"/>
            <a:ext cx="2240280" cy="45720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88920" y="2834640"/>
            <a:ext cx="5029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898648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2240280" cy="45720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474720"/>
            <a:ext cx="5029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Opportunities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3474720"/>
            <a:ext cx="2240280" cy="457200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88920" y="3474720"/>
            <a:ext cx="5029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2898648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Meetings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2240280" cy="45720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4114800"/>
            <a:ext cx="5029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8920" y="4114800"/>
            <a:ext cx="2240280" cy="457200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88920" y="4114800"/>
            <a:ext cx="5029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2898648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Management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914400"/>
            <a:ext cx="1691640" cy="1261872"/>
          </a:xfrm>
          <a:prstGeom prst="rect">
            <a:avLst/>
          </a:prstGeom>
          <a:solidFill>
            <a:srgbClr val="1E3A8A">
              <a:alpha val="5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394960" y="914400"/>
            <a:ext cx="16916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10241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394960" y="160934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Core Modules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914400"/>
            <a:ext cx="1691640" cy="1261872"/>
          </a:xfrm>
          <a:prstGeom prst="rect">
            <a:avLst/>
          </a:prstGeom>
          <a:solidFill>
            <a:srgbClr val="1E3A8A">
              <a:alpha val="5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223760" y="914400"/>
            <a:ext cx="16916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10241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CRUD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223760" y="160934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Operations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2331720"/>
            <a:ext cx="1691640" cy="1261872"/>
          </a:xfrm>
          <a:prstGeom prst="rect">
            <a:avLst/>
          </a:prstGeom>
          <a:solidFill>
            <a:srgbClr val="1E3A8A">
              <a:alpha val="5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394960" y="2331720"/>
            <a:ext cx="16916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5394960" y="24414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Teams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5394960" y="302666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Role-based Access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2331720"/>
            <a:ext cx="1691640" cy="1261872"/>
          </a:xfrm>
          <a:prstGeom prst="rect">
            <a:avLst/>
          </a:prstGeom>
          <a:solidFill>
            <a:srgbClr val="1E3A8A">
              <a:alpha val="5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23760" y="2331720"/>
            <a:ext cx="16916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0" y="24414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Cloud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223760" y="302666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Native Platform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SOFTWARE REQUIREMENTS SPECIFICATION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</a:rPr>
              <a:t>Functional Requirements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4160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1E293B"/>
                </a:solidFill>
              </a:rPr>
              <a:t>FR-01  User login, authentication &amp; role-based access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1E293B"/>
                </a:solidFill>
              </a:rPr>
              <a:t>FR-02  Account management — create, view, edit, delete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1E293B"/>
                </a:solidFill>
              </a:rPr>
              <a:t>FR-03  Contact management with full profile &amp; history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1E293B"/>
                </a:solidFill>
              </a:rPr>
              <a:t>FR-04  Lead tracking with status labels &amp; assignment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1E293B"/>
                </a:solidFill>
              </a:rPr>
              <a:t>FR-05  Opportunity pipeline — Kanban &amp; list views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1E293B"/>
                </a:solidFill>
              </a:rPr>
              <a:t>FR-06  Meetings scheduler with attendees &amp; timeline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1E293B"/>
                </a:solidFill>
              </a:rPr>
              <a:t>FR-07  Task management with priority &amp; due dates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1E293B"/>
                </a:solidFill>
              </a:rPr>
              <a:t>FR-08  User &amp; team administration panel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841248"/>
            <a:ext cx="36576" cy="4023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412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</a:rPr>
              <a:t>Non-Functional Requirements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46320" y="1170432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70432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974336" y="1207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74336" y="1444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Page load &lt; 2s, API &lt; 500ms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764792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764792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974336" y="18013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74336" y="2039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10,000+ concurrent users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359152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59152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974336" y="23957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Security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74336" y="2633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AES-256, role-based permissions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953512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953512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974336" y="29900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Availability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74336" y="32278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99.9% uptime with failover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3547872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547872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974336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Usability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74336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WCAG 2.1 AA accessibility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4142232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4142232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974336" y="4178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Compatibility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74336" y="4416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Chrome, Firefox, Safari + Mobile</a:t>
            </a:r>
            <a:endParaRPr lang="en-US" sz="950" dirty="0"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USER STORIES &amp; PERSONAS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889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788920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04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Sales Rep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69848" y="1353312"/>
            <a:ext cx="1097280" cy="109728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35331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SR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514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2578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🎯 Log calls &amp; close deals faster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⚠️ Too much manual data entry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2514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32644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User Stories: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" y="3511296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 Sales Rep, I want to view all my open opportunities on a Kanban board so I can prioritise my day.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 Sales Rep, I want to create a contact in one form so I can capture leads quickly.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 Sales Rep, I want task reminders so I never miss a follow-up.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72968" y="804672"/>
            <a:ext cx="27889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804672"/>
            <a:ext cx="278892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804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Sales Manager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14216" y="1353312"/>
            <a:ext cx="1097280" cy="109728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014216" y="135331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SM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310128" y="2514600"/>
            <a:ext cx="2514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282696" y="2578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🎯 Forecast revenue &amp; coach the team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82696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⚠️ No pipeline visibility across reps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10128" y="3200400"/>
            <a:ext cx="2514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32644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User Stories: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82696" y="3511296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 Manager, I want to see all leads &amp; their status so I can reallocate assignments.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 Manager, I want meeting logs so I can review rep activity.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 Manager, I want to create and manage user accounts for my team.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17336" y="804672"/>
            <a:ext cx="27889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804672"/>
            <a:ext cx="27889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117336" y="804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Admin / Ops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58584" y="1353312"/>
            <a:ext cx="1097280" cy="109728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58584" y="135331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AD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54496" y="2514600"/>
            <a:ext cx="2514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227064" y="2578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🎯 Configure accounts &amp; control access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27064" y="2871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⚠️ Complex role setup slows onboarding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54496" y="3200400"/>
            <a:ext cx="2514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227064" y="32644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User Stories: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27064" y="3511296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an Admin, I want to create users and assign roles so access is secure.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an Admin, I want to set team membership so data is properly scoped.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As an Admin, I want to view user profiles and last-access info for auditing.</a:t>
            </a:r>
            <a:endParaRPr lang="en-US" sz="850" dirty="0"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</a:rPr>
              <a:t>UI WALKTHROUGH  ·  HOME DASHBOARD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85216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585216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Home Page — My Homepage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5852160" cy="3364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804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Key UI Elements: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143000"/>
            <a:ext cx="2651760" cy="749808"/>
          </a:xfrm>
          <a:prstGeom prst="rect">
            <a:avLst/>
          </a:prstGeom>
          <a:solidFill>
            <a:srgbClr val="1E3A8A">
              <a:alpha val="6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143000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207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My Opportunities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Live deal list with stage &amp; value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1984248"/>
            <a:ext cx="2651760" cy="749808"/>
          </a:xfrm>
          <a:prstGeom prst="rect">
            <a:avLst/>
          </a:prstGeom>
          <a:solidFill>
            <a:srgbClr val="1E3A8A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1984248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Opportunities by Source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Pie chart: Call, Email, Web, etc.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309360" y="2825496"/>
            <a:ext cx="2651760" cy="749808"/>
          </a:xfrm>
          <a:prstGeom prst="rect">
            <a:avLst/>
          </a:prstGeom>
          <a:solidFill>
            <a:srgbClr val="1E3A8A">
              <a:alpha val="6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2825496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2889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My Activities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Upcoming tasks &amp; meeting reminders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09360" y="3666744"/>
            <a:ext cx="2651760" cy="749808"/>
          </a:xfrm>
          <a:prstGeom prst="rect">
            <a:avLst/>
          </a:prstGeom>
          <a:solidFill>
            <a:srgbClr val="1E3A8A">
              <a:alpha val="6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309360" y="3666744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Navigation Sidebar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0" y="4014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Home, Accounts, Contacts, Leads, Opportunities, Meetings, Tasks</a:t>
            </a:r>
            <a:endParaRPr lang="en-US" sz="950" dirty="0"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UI WALKTHROUGH  ·  ACCOUNTS &amp; CONTACTS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42062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Accounts — List View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78992"/>
            <a:ext cx="411480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5603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View all accounts filtered by industry, type &amp; country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90872" y="804672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804672"/>
            <a:ext cx="420624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4782312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Accounts — Create Form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6592" y="1078992"/>
            <a:ext cx="4114800" cy="1463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25603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Enter name, email, phone, billing/shipping addresses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28600" y="2907792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28600" y="2907792"/>
            <a:ext cx="42062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2"/>
          <p:cNvSpPr/>
          <p:nvPr/>
        </p:nvSpPr>
        <p:spPr>
          <a:xfrm>
            <a:off x="320040" y="2907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Contacts — List View</a:t>
            </a:r>
            <a:endParaRPr lang="en-US" sz="9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3182112"/>
            <a:ext cx="4114800" cy="1463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0040" y="46634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All contacts with linked accounts, email &amp; phone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90872" y="2907792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90872" y="2907792"/>
            <a:ext cx="420624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6"/>
          <p:cNvSpPr/>
          <p:nvPr/>
        </p:nvSpPr>
        <p:spPr>
          <a:xfrm>
            <a:off x="4782312" y="2907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Contacts — Create Form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36592" y="3182112"/>
            <a:ext cx="4114800" cy="1463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2312" y="46634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Full contact form: name, accounts, address, birthday</a:t>
            </a:r>
            <a:endParaRPr lang="en-US" sz="850" dirty="0"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UI WALKTHROUGH  ·  LEADS &amp; OPPORTUNITIES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Leads — List View  (Status: New · In Process · Assigned · Recycled · Converted · Dead)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8686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04672"/>
            <a:ext cx="8686800" cy="1508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2450592"/>
            <a:ext cx="278892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2450592"/>
            <a:ext cx="27889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301752" y="2450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Leads — Create Form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5176" y="2724912"/>
            <a:ext cx="2715768" cy="19202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" y="46634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Name, email, account, title, address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172968" y="2450592"/>
            <a:ext cx="278892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72968" y="2450592"/>
            <a:ext cx="278892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3246120" y="2450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Opportunities — Kanban Board</a:t>
            </a:r>
            <a:endParaRPr lang="en-US" sz="8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9544" y="2724912"/>
            <a:ext cx="2715768" cy="1920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46120" y="46634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Prospecting → Qualification → Proposal → Negotiation → Closed Won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6117336" y="2450592"/>
            <a:ext cx="278892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17336" y="2450592"/>
            <a:ext cx="27889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5"/>
          <p:cNvSpPr/>
          <p:nvPr/>
        </p:nvSpPr>
        <p:spPr>
          <a:xfrm>
            <a:off x="6190488" y="2450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Opportunities — Create Form</a:t>
            </a:r>
            <a:endParaRPr lang="en-US" sz="8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53912" y="2724912"/>
            <a:ext cx="2715768" cy="19202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90488" y="46634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Stage, amount, probability, close date, lead source</a:t>
            </a:r>
            <a:endParaRPr lang="en-US" sz="750" dirty="0"/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UI WALKTHROUGH  ·  MEETINGS &amp; TASKS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42062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Meetings — List View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78992"/>
            <a:ext cx="4114800" cy="1481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5786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All meetings with status, parent record, date &amp; assigned user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90872" y="804672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804672"/>
            <a:ext cx="420624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4782312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Meetings — Create Form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6592" y="1078992"/>
            <a:ext cx="4114800" cy="1481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25786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Name, parent, date/time, duration, reminders, attendees, scheduler timeline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28600" y="2907792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28600" y="2907792"/>
            <a:ext cx="42062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2"/>
          <p:cNvSpPr/>
          <p:nvPr/>
        </p:nvSpPr>
        <p:spPr>
          <a:xfrm>
            <a:off x="320040" y="2907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Tasks — List View</a:t>
            </a:r>
            <a:endParaRPr lang="en-US" sz="9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3182112"/>
            <a:ext cx="4114800" cy="1481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0040" y="4681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Tasks with status (Not Started / Started / Deferred / Completed), priority &amp; due date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90872" y="2907792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90872" y="2907792"/>
            <a:ext cx="420624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6"/>
          <p:cNvSpPr/>
          <p:nvPr/>
        </p:nvSpPr>
        <p:spPr>
          <a:xfrm>
            <a:off x="4782312" y="2907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Tasks — Create Form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36592" y="3182112"/>
            <a:ext cx="4114800" cy="1481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2312" y="4681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Name, status, priority, start/due dates, attachments</a:t>
            </a:r>
            <a:endParaRPr lang="en-US" sz="850" dirty="0"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UI WALKTHROUGH  ·  USER MANAGEMENT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5029200" cy="257522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50292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8046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Users — List View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78992"/>
            <a:ext cx="5029200" cy="23009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40680" y="804672"/>
            <a:ext cx="3474720" cy="257522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0680" y="804672"/>
            <a:ext cx="34747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5504688" y="8046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Detail — Adam Powers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40680" y="1078992"/>
            <a:ext cx="3474720" cy="23009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" y="3760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Admin Features: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4061968"/>
            <a:ext cx="2057400" cy="594360"/>
          </a:xfrm>
          <a:prstGeom prst="rect">
            <a:avLst/>
          </a:prstGeom>
          <a:solidFill>
            <a:srgbClr val="1E3A8A">
              <a:alpha val="5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228600" y="4061968"/>
            <a:ext cx="20574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1"/>
          <p:cNvSpPr/>
          <p:nvPr/>
        </p:nvSpPr>
        <p:spPr>
          <a:xfrm>
            <a:off x="320040" y="4125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Role-based Access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0040" y="4354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Regular / Admin types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441448" y="4061968"/>
            <a:ext cx="2057400" cy="594360"/>
          </a:xfrm>
          <a:prstGeom prst="rect">
            <a:avLst/>
          </a:prstGeom>
          <a:solidFill>
            <a:srgbClr val="1E3A8A">
              <a:alpha val="55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2441448" y="4061968"/>
            <a:ext cx="20574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5"/>
          <p:cNvSpPr/>
          <p:nvPr/>
        </p:nvSpPr>
        <p:spPr>
          <a:xfrm>
            <a:off x="2532888" y="4125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Team Assignment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32888" y="4354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Sales, Support, etc.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54296" y="4061968"/>
            <a:ext cx="2057400" cy="594360"/>
          </a:xfrm>
          <a:prstGeom prst="rect">
            <a:avLst/>
          </a:prstGeom>
          <a:solidFill>
            <a:srgbClr val="1E3A8A">
              <a:alpha val="55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654296" y="4061968"/>
            <a:ext cx="20574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19"/>
          <p:cNvSpPr/>
          <p:nvPr/>
        </p:nvSpPr>
        <p:spPr>
          <a:xfrm>
            <a:off x="4745736" y="4125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Active Status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745736" y="4354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Enable / disable users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867144" y="4061968"/>
            <a:ext cx="2057400" cy="594360"/>
          </a:xfrm>
          <a:prstGeom prst="rect">
            <a:avLst/>
          </a:prstGeom>
          <a:solidFill>
            <a:srgbClr val="1E3A8A">
              <a:alpha val="5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6867144" y="4061968"/>
            <a:ext cx="20574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3"/>
          <p:cNvSpPr/>
          <p:nvPr/>
        </p:nvSpPr>
        <p:spPr>
          <a:xfrm>
            <a:off x="6958584" y="4125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Audit Trail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958584" y="4354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Last access timestamp</a:t>
            </a:r>
            <a:endParaRPr lang="en-US" sz="950" dirty="0"/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</a:rPr>
              <a:t>FUTURE IMPLICATIONS &amp; ROADMAP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0" y="1371600"/>
            <a:ext cx="4572000" cy="4572000"/>
          </a:xfrm>
          <a:prstGeom prst="ellipse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809244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32588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</a:rPr>
              <a:t>Q3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920240" cy="3200400"/>
          </a:xfrm>
          <a:prstGeom prst="rect">
            <a:avLst/>
          </a:prstGeom>
          <a:solidFill>
            <a:srgbClr val="1E3A8A">
              <a:alpha val="5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1920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5564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AI Sales Assistant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76272"/>
            <a:ext cx="17556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Deal scoring (ML model)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Suggested next best action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Auto-draft email replies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Meeting summary AI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960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Q4 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1691640"/>
            <a:ext cx="1920240" cy="3200400"/>
          </a:xfrm>
          <a:prstGeom prst="rect">
            <a:avLst/>
          </a:prstGeom>
          <a:solidFill>
            <a:srgbClr val="1E3A8A">
              <a:alpha val="5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14600" y="16916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175564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Deep Integrations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2176272"/>
            <a:ext cx="17556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Slack &amp; Teams native bot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HubSpot migration tool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WhatsApp Business API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Bi-directional ERP sync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132588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960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Q1 2026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691640"/>
            <a:ext cx="1920240" cy="3200400"/>
          </a:xfrm>
          <a:prstGeom prst="rect">
            <a:avLst/>
          </a:prstGeom>
          <a:solidFill>
            <a:srgbClr val="1E3A8A">
              <a:alpha val="5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1691640"/>
            <a:ext cx="19202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75564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Mobile-First 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176272"/>
            <a:ext cx="17556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Offline mode for mobile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Voice-to-note on field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Push notification engine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Apple Watch quick log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0" y="13258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960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Q2 2026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1691640"/>
            <a:ext cx="1920240" cy="3200400"/>
          </a:xfrm>
          <a:prstGeom prst="rect">
            <a:avLst/>
          </a:prstGeom>
          <a:solidFill>
            <a:srgbClr val="1E3A8A">
              <a:alpha val="5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29400" y="169164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175564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Enterprise &amp; Scale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2176272"/>
            <a:ext cx="17556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Multi-org territory mgmt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Advanced audit &amp; compliance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Custom AI model training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</a:rPr>
              <a:t>White-label option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645152"/>
            <a:ext cx="27432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45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</a:rPr>
              <a:t>$145B  CRM Market by 2029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46120" y="4645152"/>
            <a:ext cx="27432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4645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</a:rPr>
              <a:t>29%  Revenue lift with AI CRM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4645152"/>
            <a:ext cx="27432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645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</a:rPr>
              <a:t>91%  Enterprises use CRM</a:t>
            </a:r>
            <a:endParaRPr lang="en-US" sz="1050" dirty="0"/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1E3A8A">
              <a:alpha val="22000"/>
            </a:srgbClr>
          </a:solidFill>
          <a:ln w="12700">
            <a:solidFill>
              <a:srgbClr val="1E3A8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4572000" cy="4572000"/>
          </a:xfrm>
          <a:prstGeom prst="ellipse">
            <a:avLst/>
          </a:prstGeom>
          <a:solidFill>
            <a:srgbClr val="3B82F6">
              <a:alpha val="16000"/>
            </a:srgbClr>
          </a:solidFill>
          <a:ln w="12700">
            <a:solidFill>
              <a:srgbClr val="3B82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</a:rPr>
              <a:t>Thank You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2926080" y="2240280"/>
            <a:ext cx="32918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591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3C5FD"/>
                </a:solidFill>
              </a:rPr>
              <a:t>Zeno CRM — Built for Modern Sales Teams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920240" cy="1371600"/>
          </a:xfrm>
          <a:prstGeom prst="rect">
            <a:avLst/>
          </a:prstGeom>
          <a:solidFill>
            <a:srgbClr val="1E3A8A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2608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900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8 Functional + 6 Non-Functional Requirements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2926080"/>
            <a:ext cx="1920240" cy="1371600"/>
          </a:xfrm>
          <a:prstGeom prst="rect">
            <a:avLst/>
          </a:prstGeom>
          <a:solidFill>
            <a:srgbClr val="1E3A8A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2032" y="2926080"/>
            <a:ext cx="19202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29900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User Stories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3337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3 Personas · 9 Stories · Acceptance Criteria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2926080"/>
            <a:ext cx="1920240" cy="1371600"/>
          </a:xfrm>
          <a:prstGeom prst="rect">
            <a:avLst/>
          </a:prstGeom>
          <a:solidFill>
            <a:srgbClr val="1E3A8A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292608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29900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UI Screens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3337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15 live screens across 6 modules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11696" y="2926080"/>
            <a:ext cx="1920240" cy="1371600"/>
          </a:xfrm>
          <a:prstGeom prst="rect">
            <a:avLst/>
          </a:prstGeom>
          <a:solidFill>
            <a:srgbClr val="1E3A8A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11696" y="2926080"/>
            <a:ext cx="1920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29900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Roadmap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3337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AI, Mobile, Integrations &amp; Enterprise Scale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6817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Sumit B.  ·  Sagar B.  ·  Prit T.  ·  Devendrasinh G.  |  Feb 2026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144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</a:rPr>
              <a:t>PROJECT TIMELINE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91440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9-Week MVP Development Sprint  ·  Zeno CRM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877824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" y="914400"/>
            <a:ext cx="14173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F97316"/>
                </a:solidFill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808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596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384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172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960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8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536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240" y="914400"/>
            <a:ext cx="8178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2E8F0"/>
                </a:solidFill>
              </a:rPr>
              <a:t>W9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280160"/>
            <a:ext cx="8778240" cy="475488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280160"/>
            <a:ext cx="132588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1">
                <a:solidFill>
                  <a:srgbClr val="E2E8F0"/>
                </a:solidFill>
              </a:rPr>
              <a:t>Req. Analysis
&amp; Planning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64208" y="1344168"/>
            <a:ext cx="689864" cy="347472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1755648"/>
            <a:ext cx="8778240" cy="475488"/>
          </a:xfrm>
          <a:prstGeom prst="rect">
            <a:avLst/>
          </a:prstGeom>
          <a:solidFill>
            <a:srgbClr val="1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1755648"/>
            <a:ext cx="132588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1">
                <a:solidFill>
                  <a:srgbClr val="E2E8F0"/>
                </a:solidFill>
              </a:rPr>
              <a:t>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2088" y="1819656"/>
            <a:ext cx="689864" cy="347472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2231136"/>
            <a:ext cx="8778240" cy="475488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" y="2231136"/>
            <a:ext cx="132588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1">
                <a:solidFill>
                  <a:srgbClr val="E2E8F0"/>
                </a:solidFill>
              </a:rPr>
              <a:t>Backend
Development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9968" y="2295144"/>
            <a:ext cx="1507744" cy="347472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2706624"/>
            <a:ext cx="8778240" cy="475488"/>
          </a:xfrm>
          <a:prstGeom prst="rect">
            <a:avLst/>
          </a:prstGeom>
          <a:solidFill>
            <a:srgbClr val="1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" y="2706624"/>
            <a:ext cx="132588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1">
                <a:solidFill>
                  <a:srgbClr val="E2E8F0"/>
                </a:solidFill>
              </a:rPr>
              <a:t>Frontend
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5728" y="2770632"/>
            <a:ext cx="1507744" cy="347472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3182112"/>
            <a:ext cx="8778240" cy="475488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" y="3182112"/>
            <a:ext cx="132588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1">
                <a:solidFill>
                  <a:srgbClr val="E2E8F0"/>
                </a:solidFill>
              </a:rPr>
              <a:t>Testing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1488" y="3246120"/>
            <a:ext cx="689864" cy="347472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3657600"/>
            <a:ext cx="8778240" cy="475488"/>
          </a:xfrm>
          <a:prstGeom prst="rect">
            <a:avLst/>
          </a:prstGeom>
          <a:solidFill>
            <a:srgbClr val="1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3657600"/>
            <a:ext cx="132588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1">
                <a:solidFill>
                  <a:srgbClr val="E2E8F0"/>
                </a:solidFill>
              </a:rPr>
              <a:t>DevOps &amp;
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89368" y="3721608"/>
            <a:ext cx="689864" cy="347472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4133088"/>
            <a:ext cx="8778240" cy="475488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" y="4133088"/>
            <a:ext cx="132588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1">
                <a:solidFill>
                  <a:srgbClr val="10B981"/>
                </a:solidFill>
              </a:rPr>
              <a:t>MVP Launch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07248" y="4197096"/>
            <a:ext cx="689864" cy="347472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08960" y="47731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0128" y="4736592"/>
            <a:ext cx="10058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Active Phase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47731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8888" y="4736592"/>
            <a:ext cx="118872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Launch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910</Words>
  <Application>Microsoft Office PowerPoint</Application>
  <PresentationFormat>On-screen Show (16:9)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ZenoCRM – 8-Minute Presentation</dc:title>
  <dc:subject>PptxGenJS Presentation</dc:subject>
  <dc:creator>PptxGenJS</dc:creator>
  <cp:lastModifiedBy>Sumit Basak</cp:lastModifiedBy>
  <cp:revision>2</cp:revision>
  <dcterms:created xsi:type="dcterms:W3CDTF">2026-02-19T18:20:33Z</dcterms:created>
  <dcterms:modified xsi:type="dcterms:W3CDTF">2026-02-19T18:39:25Z</dcterms:modified>
</cp:coreProperties>
</file>